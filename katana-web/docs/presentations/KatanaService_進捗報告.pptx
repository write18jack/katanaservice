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9212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KatanaService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刀剣市場インテリジェンス基盤　開発進捗report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現状の実装状況と、実際に動作する機能のご紹介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6035040"/>
            <a:ext cx="0" cy="0"/>
          </a:xfrm>
          <a:prstGeom prst="line">
            <a:avLst/>
          </a:prstGeom>
          <a:noFill/>
          <a:ln/>
        </p:spPr>
      </p:sp>
      <p:sp>
        <p:nvSpPr>
          <p:cNvPr id="8" name="Text 5"/>
          <p:cNvSpPr txBox="1"/>
          <p:nvPr/>
        </p:nvSpPr>
        <p:spPr>
          <a:xfrm>
            <a:off x="82296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2026年9月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プロジェクトの目的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参加店舗のデータをもとに、客観的な市場情報を提供するB2Bプラットフォーム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6" y="2536546"/>
            <a:ext cx="340157" cy="3401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154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① 店舗がデータを提供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7033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参加刀剣店が、自店の在庫データをExcel/CSVで登録。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210312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4231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106" y="2536546"/>
            <a:ext cx="340157" cy="34015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154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② KatanaServiceが正規化・蓄積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7033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データを統一フォーマットに正規化し、履歴として蓄積。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55280" y="210312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242316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706" y="2536546"/>
            <a:ext cx="340157" cy="34015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3154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③ 店舗が市場情報を活用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37033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相場・数量推移などの匿名化された市場情報を確認し、仕入・価格判断に活用。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5C7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対象外：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スクレイピング、コンシューマー向けECマーケットプレイス機能は本プロジェクトの対象外です。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KatanaService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開発の進め方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いきなり画面を作るのではなく、データの土台から順番に固めています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12151C"/>
          </a:solidFill>
          <a:ln/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423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33756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現状の棚卸し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77640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既存の実装・データ構造を確認し、レガシー箇所を整理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182112" y="35661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64992" y="219456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3E5C76"/>
          </a:solidFill>
          <a:ln/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93592" y="2423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333756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業務仕様のすり合わせ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3977640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頂いた業務資料をもとに、用語の定義（格付け／ランク／位列 等）を一つずつ確認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07024" y="35661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89904" y="219456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12151C"/>
          </a:solidFill>
          <a:ln/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18504" y="2423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318504" y="333756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段階的な実装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3977640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リスクの説明→承認→実装→検証、を1機能ずつ繰り返す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31936" y="35661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14816" y="219456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3E5C76"/>
          </a:solidFill>
          <a:ln/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043416" y="24231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9043416" y="333756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実データでの動作確認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043416" y="3977640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DEE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ブラウザ上で実際の画面を操作し、DBへの反映まで確認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KatanaService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データモデルの整備状況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商品・履歴・取込の基本構造と、8種類のマスタデータが整いました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3865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331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基本データ（店舗・商品・履歴）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971800"/>
            <a:ext cx="4526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店舗（Shop）／ユーザー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商品（Product）— 店舗ごとに一意な商品コード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価格履歴 — 価格変更を1件ずつ保存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変更履歴 — 誰が何を変更したかを記録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取込ジョブ／取込明細 — Excel/CSV取込の実行単位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0" y="201168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12151C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22860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53" y="2391613"/>
            <a:ext cx="291694" cy="29169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03720" y="2331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マスタデータ（8種類）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3017520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9A2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刀工（Maker）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C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作者・刀匠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9006840" y="3017520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9A2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格付け（Grade）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C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鑑定書のグレード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263640" y="3767328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9A2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ランク（Rank）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C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保存状態A〜L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9006840" y="3767328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9A2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製作年代（Period）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C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時代区分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263640" y="4517136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9A2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製作場所（Province）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C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旧国名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9006840" y="4517136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9A2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種類（Category）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C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刀・脇差・短刀 等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263640" y="5266944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9A2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区分（SwordEra）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C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古刀・新刀・新々刀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9006840" y="5266944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9A2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鑑定者（Appraiser）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C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鑑定機関・鑑定人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KatanaService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業務資料に基づく精緻な定義整理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ご提供いただいた業務資料をもとに、混同されがちな用語を1つずつ切り分けました（例：「ランク」）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格付け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346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Grade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鑑定機関による公式な鑑定書のグレード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（例：特別保存刀剣）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2151C"/>
          </a:solidFill>
          <a:ln w="1905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2377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ランク（保存状態）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8346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Rank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33756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4E7E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刀剣そのものの状態評価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4E7E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A〜L の12段階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4E7E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（今回の相場算出に使用する軸）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21031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0" y="2377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位列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8346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（将来対応）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33756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刀工の技量に対する評価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（最上作 等）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商品ではなく刀工に紐づく情報のため、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今回はスコープ外として整理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KatanaService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65" y="1343025"/>
            <a:ext cx="377190" cy="3771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Excel/CSV取込機能が稼働開始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在庫データを取り込み、市場データとして蓄積するための最初の主要機能です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514600" y="3931920"/>
            <a:ext cx="731520" cy="73152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41148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① アップロード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280160" y="5257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Excel / CSVファイルを選択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480560" y="4069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217920" y="3931920"/>
            <a:ext cx="731520" cy="73152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1148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98348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② 検証・プレビュー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983480" y="5257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全行を検証し、結果を先に確認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8183880" y="4069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9921240" y="3931920"/>
            <a:ext cx="731520" cy="731520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0" y="41148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68680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③ 確定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8686800" y="5257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問題ない内容だけを登録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KatanaService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実際の画面：アップロード → 検証プレビュー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確定する前に、成功件数・エラー件数・エラー内容を必ず確認できます</a:t>
            </a:r>
            <a:endParaRPr lang="en-US" sz="1300" dirty="0"/>
          </a:p>
        </p:txBody>
      </p:sp>
      <p:pic>
        <p:nvPicPr>
          <p:cNvPr id="4" name="Image 0" descr="/private/tmp/claude-501/-Users-reishirahama-Documents-KatanaService-katana-web/3a4c7260-8089-49a1-917e-67a47d3ffb98/scratchpad/deck-asset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3657600" cy="121615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6400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1：ファイルを選択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4348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2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2600" dirty="0"/>
          </a:p>
        </p:txBody>
      </p:sp>
      <p:pic>
        <p:nvPicPr>
          <p:cNvPr id="7" name="Image 1" descr="/private/tmp/claude-501/-Users-reishirahama-Documents-KatanaService-katana-web/3a4c7260-8089-49a1-917e-67a47d3ffb98/scratchpad/deck-assets/p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91640"/>
            <a:ext cx="6400800" cy="29260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512064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5C7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2：検証結果のプレビュー（成功見込み／エラーを行ごとに表示）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525780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D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ポイント：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商品コードの重複や、マスタに存在しない値（種類・格付け等）は、この時点で行ごとにエラーとして検出されます。エラー行はこの後の確定処理でも登録されません。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KatanaService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実際の画面：取込の確定</a:t>
            </a:r>
            <a:endParaRPr lang="en-US" sz="2600" dirty="0"/>
          </a:p>
        </p:txBody>
      </p:sp>
      <p:pic>
        <p:nvPicPr>
          <p:cNvPr id="3" name="Image 0" descr="/private/tmp/claude-501/-Users-reishirahama-Documents-KatanaService-katana-web/3a4c7260-8089-49a1-917e-67a47d3ffb98/scratchpad/deck-assets/confir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6400800" cy="276148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640080" y="4069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状態が COMPLETED に変わり、確定完了の通知が表示されます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60920" y="1188720"/>
            <a:ext cx="4160520" cy="4114800"/>
          </a:xfrm>
          <a:prstGeom prst="roundRect">
            <a:avLst>
              <a:gd name="adj" fmla="val 2222"/>
            </a:avLst>
          </a:prstGeom>
          <a:solidFill>
            <a:srgbClr val="12151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3524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確定と同時に処理される内容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35240" y="206654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82128" y="20116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商品データの登録・更新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6C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同一商品コードは既存データを更新（新規は登録）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35240" y="2779776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82128" y="272491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価格履歴の記録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6C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価格が変わった場合のみ、変更前後を保存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635240" y="3493008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82128" y="3438144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変更履歴の記録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6C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誰が・いつ・何を取り込んだかを記録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635240" y="420624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82128" y="4151376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整合性の確保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6C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登録処理全体を1つの単位として実行し、途中失敗時は反映しない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KatanaService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品質・安全性への配慮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「動けばよい」ではなく、データの安全性・正確性を優先して実装しています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4323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3134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不正な行は個別にブロック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74320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1つの商品データに問題があっても、そのExcel全体を止めず、他の正しい行は正常に処理されます。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20574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3317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4323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40880" y="23134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登録前に必ずプレビュー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040880" y="274320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実際にデータベースへ反映される前に、全件の検証結果を確認できます。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3982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2793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履歴を必ず記録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470916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価格変更・登録・更新のすべてに履歴が残るため、後から経緯を追跡できます。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080760" y="402336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27000" dist="38100" dir="5400000">
              <a:srgbClr val="1A1D2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439826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40880" y="42793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外部ライブラリの脆弱性を排除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040880" y="470916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採用予定だったライブラリに未修正の脆弱性が見つかったため、安全な配布元へ切り替えて対応しました。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KatanaService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今後の展望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データの土台と取込機能が整ったので、次は活用・分析機能に着手します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215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1488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商品管理画面　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自店の商品一覧・検索・詳細・在庫状態（販売中／売約済）の管理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62072"/>
            <a:ext cx="106070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449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215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449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取込履歴の一覧化　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過去の取込結果を一覧で確認できる画面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58184"/>
            <a:ext cx="106070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9410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215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410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市場分析機能　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相場（平均・中央値・分布）、在庫数推移、SOLD履歴の可視化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654296"/>
            <a:ext cx="106070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83717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215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8371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権限管理の強化　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管理者／店舗ユーザーの権限に応じた操作制限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KatanaService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192024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1833" y="2074545"/>
            <a:ext cx="377190" cy="3771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ご清聴ありがとうございました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3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ご不明点・追加のご要望など、お気軽にお申し付けください。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2026-09-24T09:39:44Z</dcterms:created>
  <dcterms:modified xsi:type="dcterms:W3CDTF">2026-09-24T09:39:44Z</dcterms:modified>
</cp:coreProperties>
</file>